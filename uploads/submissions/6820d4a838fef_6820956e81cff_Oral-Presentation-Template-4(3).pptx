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620" r:id="rId2"/>
    <p:sldId id="613" r:id="rId3"/>
    <p:sldId id="629" r:id="rId4"/>
    <p:sldId id="631" r:id="rId5"/>
    <p:sldId id="624" r:id="rId6"/>
    <p:sldId id="632" r:id="rId7"/>
    <p:sldId id="633" r:id="rId8"/>
    <p:sldId id="634" r:id="rId9"/>
    <p:sldId id="635" r:id="rId10"/>
    <p:sldId id="603" r:id="rId11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tp--2" initials="u" lastIdx="0" clrIdx="0">
    <p:extLst>
      <p:ext uri="{19B8F6BF-5375-455C-9EA6-DF929625EA0E}">
        <p15:presenceInfo xmlns:p15="http://schemas.microsoft.com/office/powerpoint/2012/main" userId="ustp--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952"/>
    <a:srgbClr val="FDB614"/>
    <a:srgbClr val="00648E"/>
    <a:srgbClr val="008CC4"/>
    <a:srgbClr val="0078AA"/>
    <a:srgbClr val="006F9D"/>
    <a:srgbClr val="007BAD"/>
    <a:srgbClr val="0083B8"/>
    <a:srgbClr val="00ADF2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4" autoAdjust="0"/>
    <p:restoredTop sz="96623" autoAdjust="0"/>
  </p:normalViewPr>
  <p:slideViewPr>
    <p:cSldViewPr snapToGrid="0">
      <p:cViewPr varScale="1">
        <p:scale>
          <a:sx n="75" d="100"/>
          <a:sy n="75" d="100"/>
        </p:scale>
        <p:origin x="437" y="58"/>
      </p:cViewPr>
      <p:guideLst>
        <p:guide orient="horz" pos="2304"/>
        <p:guide pos="3816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17965" y="2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631D74F8-289F-4E41-AD30-F84A1146F530}" type="datetimeFigureOut">
              <a:rPr lang="en-PH" smtClean="0"/>
              <a:t>27/12/2023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746119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17965" y="6746119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C07BE27D-9BAF-4B50-B4A7-F31B61725EB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9883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5" y="2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DD7240A6-4180-40B5-8A36-F4799AA39475}" type="datetimeFigureOut">
              <a:rPr lang="en-PH" smtClean="0"/>
              <a:t>27/12/2023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7"/>
            <a:ext cx="7510780" cy="2796599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6119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5" y="6746119"/>
            <a:ext cx="4068340" cy="356357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3972673A-94EB-4903-80E2-676C1B13AAB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8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4751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48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8769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4782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0399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335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622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2915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52129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32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49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33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93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24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63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694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64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29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03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23B98-8CC6-4D27-AFB5-AEC984FDB706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27/12/2023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61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20342"/>
            <a:ext cx="12192000" cy="6775373"/>
            <a:chOff x="0" y="-220342"/>
            <a:chExt cx="12192000" cy="67753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B6C8C5-FB9A-4226-961D-B550F526F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220342"/>
              <a:ext cx="12192000" cy="677537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C61E3C-123D-459D-BBFC-BC031C43E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419" y="309297"/>
              <a:ext cx="6764287" cy="1442385"/>
            </a:xfrm>
            <a:prstGeom prst="rect">
              <a:avLst/>
            </a:prstGeom>
          </p:spPr>
        </p:pic>
      </p:grpSp>
      <p:pic>
        <p:nvPicPr>
          <p:cNvPr id="12" name="Picture 11" descr="A logo with blue dots and yellow text&#10;&#10;Description automatically generated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8" t="5192" r="13659" b="9412"/>
          <a:stretch/>
        </p:blipFill>
        <p:spPr bwMode="auto">
          <a:xfrm>
            <a:off x="10370878" y="3950328"/>
            <a:ext cx="1821122" cy="21241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D0BBB7-26B1-46DB-9645-E08D8E3B955E}"/>
              </a:ext>
            </a:extLst>
          </p:cNvPr>
          <p:cNvSpPr txBox="1"/>
          <p:nvPr/>
        </p:nvSpPr>
        <p:spPr>
          <a:xfrm>
            <a:off x="272823" y="4463219"/>
            <a:ext cx="2794227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Members</a:t>
            </a:r>
            <a:endParaRPr lang="en-US" sz="2400" dirty="0">
              <a:solidFill>
                <a:srgbClr val="1C195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2BDAE-A554-4A52-9309-040F7BE9AA04}"/>
              </a:ext>
            </a:extLst>
          </p:cNvPr>
          <p:cNvSpPr txBox="1"/>
          <p:nvPr/>
        </p:nvSpPr>
        <p:spPr>
          <a:xfrm>
            <a:off x="1414962" y="2445744"/>
            <a:ext cx="5602782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3200" dirty="0">
                <a:solidFill>
                  <a:srgbClr val="1C1952"/>
                </a:solidFill>
                <a:latin typeface="Impact" panose="020B0806030902050204" pitchFamily="34" charset="0"/>
              </a:rPr>
              <a:t>Title</a:t>
            </a:r>
            <a:endParaRPr lang="en-PH" sz="3200" dirty="0">
              <a:solidFill>
                <a:srgbClr val="1C1952"/>
              </a:solidFill>
              <a:latin typeface="Impact" panose="020B080603090205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0BBB7-26B1-46DB-9645-E08D8E3B955E}"/>
              </a:ext>
            </a:extLst>
          </p:cNvPr>
          <p:cNvSpPr txBox="1"/>
          <p:nvPr/>
        </p:nvSpPr>
        <p:spPr>
          <a:xfrm>
            <a:off x="0" y="6242447"/>
            <a:ext cx="877747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OF PRESENTER</a:t>
            </a:r>
          </a:p>
          <a:p>
            <a:pPr>
              <a:lnSpc>
                <a:spcPct val="85000"/>
              </a:lnSpc>
            </a:pPr>
            <a:r>
              <a:rPr lang="en-US" sz="16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Designation</a:t>
            </a:r>
            <a:endParaRPr lang="en-PH" sz="1600" dirty="0">
              <a:solidFill>
                <a:srgbClr val="1C195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524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C3EF9-B538-4997-BABF-E70248A39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7" y="264404"/>
            <a:ext cx="5602782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INTRODUCTION</a:t>
            </a:r>
            <a:endParaRPr lang="en-PH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3804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C0EE4B-E212-4E19-8EDA-29C5293EC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7" y="264404"/>
            <a:ext cx="5602782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Objectives</a:t>
            </a:r>
            <a:endParaRPr lang="en-PH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02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C0EE4B-E212-4E19-8EDA-29C5293EC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7" y="264404"/>
            <a:ext cx="5602782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Scope and Delimitation</a:t>
            </a:r>
            <a:endParaRPr lang="en-PH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905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9EE511-0B41-434B-8717-57C915D15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6" y="264404"/>
            <a:ext cx="7936293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3343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9EE511-0B41-434B-8717-57C915D15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6" y="264404"/>
            <a:ext cx="7936293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GANTT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7326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9EE511-0B41-434B-8717-57C915D15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6" y="264404"/>
            <a:ext cx="7936293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7983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9EE511-0B41-434B-8717-57C915D15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6" y="264404"/>
            <a:ext cx="7936293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7248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9EE511-0B41-434B-8717-57C915D15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FEE4F-56AD-4839-9BFB-029277908D47}"/>
              </a:ext>
            </a:extLst>
          </p:cNvPr>
          <p:cNvSpPr txBox="1"/>
          <p:nvPr/>
        </p:nvSpPr>
        <p:spPr>
          <a:xfrm>
            <a:off x="236156" y="264404"/>
            <a:ext cx="7936293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3200">
                <a:solidFill>
                  <a:schemeClr val="bg1"/>
                </a:solidFill>
                <a:latin typeface="Impact" panose="020B0806030902050204" pitchFamily="34" charset="0"/>
              </a:rPr>
              <a:t>RECOMMENDATION</a:t>
            </a:r>
            <a:endParaRPr 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2758" y="1478947"/>
            <a:ext cx="9806485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400" dirty="0">
                <a:solidFill>
                  <a:srgbClr val="1C19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99589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blue dots and yellow text&#10;&#10;Description automatically generated">
            <a:extLst>
              <a:ext uri="{FF2B5EF4-FFF2-40B4-BE49-F238E27FC236}">
                <a16:creationId xmlns:a16="http://schemas.microsoft.com/office/drawing/2014/main" id="{6498FFF9-BF90-4D9C-81B3-1051F7BD6DDB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8" t="5192" r="13659" b="20844"/>
          <a:stretch/>
        </p:blipFill>
        <p:spPr bwMode="auto">
          <a:xfrm>
            <a:off x="4358698" y="1458588"/>
            <a:ext cx="3207962" cy="35706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375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11010</TotalTime>
  <Words>35</Words>
  <Application>Microsoft Office PowerPoint</Application>
  <PresentationFormat>Widescreen</PresentationFormat>
  <Paragraphs>29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Impact</vt:lpstr>
      <vt:lpstr>Tahoma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ustp--2</dc:creator>
  <cp:lastModifiedBy>Trisha Posadas</cp:lastModifiedBy>
  <cp:revision>696</cp:revision>
  <cp:lastPrinted>2022-11-14T08:46:16Z</cp:lastPrinted>
  <dcterms:created xsi:type="dcterms:W3CDTF">2018-03-14T03:59:53Z</dcterms:created>
  <dcterms:modified xsi:type="dcterms:W3CDTF">2023-12-27T07:29:33Z</dcterms:modified>
</cp:coreProperties>
</file>